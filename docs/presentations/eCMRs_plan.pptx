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9" r:id="rId21"/>
    <p:sldId id="260" r:id="rId10"/>
    <p:sldId id="261" r:id="rId11"/>
    <p:sldId id="263" r:id="rId12"/>
    <p:sldId id="262" r:id="rId13"/>
    <p:sldId id="264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3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Enflite Logo" descr="Enflit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"/>
            <a:ext cx="2743200" cy="572798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Decorative Circle"/>
          <p:cNvSpPr/>
          <p:nvPr/>
        </p:nvSpPr>
        <p:spPr>
          <a:xfrm>
            <a:off x="10500000" y="5400000"/>
            <a:ext cx="3200000" cy="320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bodyPr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still needs work — cmr_num, Item, Priority, and Initial Change are already on the form.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200" name="Header Field 0"/>
          <p:cNvSpPr/>
          <p:nvPr/>
        </p:nvSpPr>
        <p:spPr>
          <a:xfrm>
            <a:off x="82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201" name="Header What 0"/>
          <p:cNvSpPr/>
          <p:nvPr/>
        </p:nvSpPr>
        <p:spPr>
          <a:xfrm>
            <a:off x="237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202" name="HeaderDivider 0"/>
          <p:cNvSpPr/>
          <p:nvPr/>
        </p:nvSpPr>
        <p:spPr>
          <a:xfrm>
            <a:off x="82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Header Field 1"/>
          <p:cNvSpPr/>
          <p:nvPr/>
        </p:nvSpPr>
        <p:spPr>
          <a:xfrm>
            <a:off x="617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204" name="Header What 1"/>
          <p:cNvSpPr/>
          <p:nvPr/>
        </p:nvSpPr>
        <p:spPr>
          <a:xfrm>
            <a:off x="772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205" name="HeaderDivider 1"/>
          <p:cNvSpPr/>
          <p:nvPr/>
        </p:nvSpPr>
        <p:spPr>
          <a:xfrm>
            <a:off x="617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Field 0 dept"/>
          <p:cNvSpPr/>
          <p:nvPr/>
        </p:nvSpPr>
        <p:spPr>
          <a:xfrm>
            <a:off x="822960" y="32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</a:t>
            </a:r>
            <a:endParaRPr lang="en-US" sz="1100" dirty="0"/>
          </a:p>
        </p:txBody>
      </p:sp>
      <p:sp>
        <p:nvSpPr>
          <p:cNvPr id="207" name="Desc 0 dept"/>
          <p:cNvSpPr/>
          <p:nvPr/>
        </p:nvSpPr>
        <p:spPr>
          <a:xfrm>
            <a:off x="2372960" y="32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combo, SLDepts list source</a:t>
            </a:r>
            <a:endParaRPr lang="en-US" sz="1100" dirty="0"/>
          </a:p>
        </p:txBody>
      </p:sp>
      <p:sp>
        <p:nvSpPr>
          <p:cNvPr id="208" name="Divider 0 dept"/>
          <p:cNvSpPr/>
          <p:nvPr/>
        </p:nvSpPr>
        <p:spPr>
          <a:xfrm>
            <a:off x="822960" y="37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9" name="Field 0 dept_description"/>
          <p:cNvSpPr/>
          <p:nvPr/>
        </p:nvSpPr>
        <p:spPr>
          <a:xfrm>
            <a:off x="822960" y="37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dept_description</a:t>
            </a:r>
            <a:endParaRPr lang="en-US" sz="1100" dirty="0"/>
          </a:p>
        </p:txBody>
      </p:sp>
      <p:sp>
        <p:nvSpPr>
          <p:cNvPr id="210" name="Desc 0 dept_description"/>
          <p:cNvSpPr/>
          <p:nvPr/>
        </p:nvSpPr>
        <p:spPr>
          <a:xfrm>
            <a:off x="2372960" y="37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211" name="Divider 0 dept_description"/>
          <p:cNvSpPr/>
          <p:nvPr/>
        </p:nvSpPr>
        <p:spPr>
          <a:xfrm>
            <a:off x="822960" y="41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2" name="Field 0 wc"/>
          <p:cNvSpPr/>
          <p:nvPr/>
        </p:nvSpPr>
        <p:spPr>
          <a:xfrm>
            <a:off x="822960" y="412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213" name="Desc 0 wc"/>
          <p:cNvSpPr/>
          <p:nvPr/>
        </p:nvSpPr>
        <p:spPr>
          <a:xfrm>
            <a:off x="2372960" y="412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Center combo, SLWcs list source</a:t>
            </a:r>
            <a:endParaRPr lang="en-US" sz="1100" dirty="0"/>
          </a:p>
        </p:txBody>
      </p:sp>
      <p:sp>
        <p:nvSpPr>
          <p:cNvPr id="214" name="Divider 0 wc"/>
          <p:cNvSpPr/>
          <p:nvPr/>
        </p:nvSpPr>
        <p:spPr>
          <a:xfrm>
            <a:off x="822960" y="45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5" name="Field 0 wc_description"/>
          <p:cNvSpPr/>
          <p:nvPr/>
        </p:nvSpPr>
        <p:spPr>
          <a:xfrm>
            <a:off x="822960" y="454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wc_description</a:t>
            </a:r>
            <a:endParaRPr lang="en-US" sz="1100" dirty="0"/>
          </a:p>
        </p:txBody>
      </p:sp>
      <p:sp>
        <p:nvSpPr>
          <p:cNvPr id="216" name="Desc 0 wc_description"/>
          <p:cNvSpPr/>
          <p:nvPr/>
        </p:nvSpPr>
        <p:spPr>
          <a:xfrm>
            <a:off x="2372960" y="454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217" name="Divider 0 wc_description"/>
          <p:cNvSpPr/>
          <p:nvPr/>
        </p:nvSpPr>
        <p:spPr>
          <a:xfrm>
            <a:off x="822960" y="49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8" name="Field 0 req_costing"/>
          <p:cNvSpPr/>
          <p:nvPr/>
        </p:nvSpPr>
        <p:spPr>
          <a:xfrm>
            <a:off x="822960" y="496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req_costing</a:t>
            </a:r>
            <a:endParaRPr lang="en-US" sz="1100" dirty="0"/>
          </a:p>
        </p:txBody>
      </p:sp>
      <p:sp>
        <p:nvSpPr>
          <p:cNvPr id="219" name="Desc 0 req_costing"/>
          <p:cNvSpPr/>
          <p:nvPr/>
        </p:nvSpPr>
        <p:spPr>
          <a:xfrm>
            <a:off x="2372960" y="496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Costing</a:t>
            </a:r>
            <a:endParaRPr lang="en-US" sz="1100" dirty="0"/>
          </a:p>
        </p:txBody>
      </p:sp>
      <p:sp>
        <p:nvSpPr>
          <p:cNvPr id="220" name="Divider 0 req_costing"/>
          <p:cNvSpPr/>
          <p:nvPr/>
        </p:nvSpPr>
        <p:spPr>
          <a:xfrm>
            <a:off x="822960" y="53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Field 0 req_documentation"/>
          <p:cNvSpPr/>
          <p:nvPr/>
        </p:nvSpPr>
        <p:spPr>
          <a:xfrm>
            <a:off x="822960" y="53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req_documentation</a:t>
            </a:r>
            <a:endParaRPr lang="en-US" sz="1100" dirty="0"/>
          </a:p>
        </p:txBody>
      </p:sp>
      <p:sp>
        <p:nvSpPr>
          <p:cNvPr id="222" name="Desc 0 req_documentation"/>
          <p:cNvSpPr/>
          <p:nvPr/>
        </p:nvSpPr>
        <p:spPr>
          <a:xfrm>
            <a:off x="2372960" y="53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Documentation</a:t>
            </a:r>
            <a:endParaRPr lang="en-US" sz="1100" dirty="0"/>
          </a:p>
        </p:txBody>
      </p:sp>
      <p:sp>
        <p:nvSpPr>
          <p:cNvPr id="223" name="Divider 0 req_documentation"/>
          <p:cNvSpPr/>
          <p:nvPr/>
        </p:nvSpPr>
        <p:spPr>
          <a:xfrm>
            <a:off x="822960" y="58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Field 0 req_material"/>
          <p:cNvSpPr/>
          <p:nvPr/>
        </p:nvSpPr>
        <p:spPr>
          <a:xfrm>
            <a:off x="822960" y="58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req_material</a:t>
            </a:r>
            <a:endParaRPr lang="en-US" sz="1100" dirty="0"/>
          </a:p>
        </p:txBody>
      </p:sp>
      <p:sp>
        <p:nvSpPr>
          <p:cNvPr id="225" name="Desc 0 req_material"/>
          <p:cNvSpPr/>
          <p:nvPr/>
        </p:nvSpPr>
        <p:spPr>
          <a:xfrm>
            <a:off x="2372960" y="58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Material</a:t>
            </a:r>
            <a:endParaRPr lang="en-US" sz="1100" dirty="0"/>
          </a:p>
        </p:txBody>
      </p:sp>
      <p:sp>
        <p:nvSpPr>
          <p:cNvPr id="226" name="Divider 0 req_material"/>
          <p:cNvSpPr/>
          <p:nvPr/>
        </p:nvSpPr>
        <p:spPr>
          <a:xfrm>
            <a:off x="822960" y="62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Field 1 req_process"/>
          <p:cNvSpPr/>
          <p:nvPr/>
        </p:nvSpPr>
        <p:spPr>
          <a:xfrm>
            <a:off x="6172960" y="32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req_process</a:t>
            </a:r>
            <a:endParaRPr lang="en-US" sz="1100" dirty="0"/>
          </a:p>
        </p:txBody>
      </p:sp>
      <p:sp>
        <p:nvSpPr>
          <p:cNvPr id="228" name="Desc 1 req_process"/>
          <p:cNvSpPr/>
          <p:nvPr/>
        </p:nvSpPr>
        <p:spPr>
          <a:xfrm>
            <a:off x="7722960" y="32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Process</a:t>
            </a:r>
            <a:endParaRPr lang="en-US" sz="1100" dirty="0"/>
          </a:p>
        </p:txBody>
      </p:sp>
      <p:sp>
        <p:nvSpPr>
          <p:cNvPr id="229" name="Divider 1 req_process"/>
          <p:cNvSpPr/>
          <p:nvPr/>
        </p:nvSpPr>
        <p:spPr>
          <a:xfrm>
            <a:off x="6172960" y="37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0" name="Field 1 req_tool_machine"/>
          <p:cNvSpPr/>
          <p:nvPr/>
        </p:nvSpPr>
        <p:spPr>
          <a:xfrm>
            <a:off x="6172960" y="37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req_tool_machine</a:t>
            </a:r>
            <a:endParaRPr lang="en-US" sz="1100" dirty="0"/>
          </a:p>
        </p:txBody>
      </p:sp>
      <p:sp>
        <p:nvSpPr>
          <p:cNvPr id="231" name="Desc 1 req_tool_machine"/>
          <p:cNvSpPr/>
          <p:nvPr/>
        </p:nvSpPr>
        <p:spPr>
          <a:xfrm>
            <a:off x="7722960" y="37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Tool/Machine</a:t>
            </a:r>
            <a:endParaRPr lang="en-US" sz="1100" dirty="0"/>
          </a:p>
        </p:txBody>
      </p:sp>
      <p:sp>
        <p:nvSpPr>
          <p:cNvPr id="232" name="Divider 1 req_tool_machine"/>
          <p:cNvSpPr/>
          <p:nvPr/>
        </p:nvSpPr>
        <p:spPr>
          <a:xfrm>
            <a:off x="6172960" y="41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3" name="Field 1 due_date"/>
          <p:cNvSpPr/>
          <p:nvPr/>
        </p:nvSpPr>
        <p:spPr>
          <a:xfrm>
            <a:off x="6172960" y="412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</a:t>
            </a:r>
            <a:endParaRPr lang="en-US" sz="1100" dirty="0"/>
          </a:p>
        </p:txBody>
      </p:sp>
      <p:sp>
        <p:nvSpPr>
          <p:cNvPr id="234" name="Desc 1 due_date"/>
          <p:cNvSpPr/>
          <p:nvPr/>
        </p:nvSpPr>
        <p:spPr>
          <a:xfrm>
            <a:off x="7722960" y="412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</a:t>
            </a:r>
            <a:endParaRPr lang="en-US" sz="1100" dirty="0"/>
          </a:p>
        </p:txBody>
      </p:sp>
      <p:sp>
        <p:nvSpPr>
          <p:cNvPr id="235" name="Divider 1 due_date"/>
          <p:cNvSpPr/>
          <p:nvPr/>
        </p:nvSpPr>
        <p:spPr>
          <a:xfrm>
            <a:off x="6172960" y="45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6" name="Field 1 general_note"/>
          <p:cNvSpPr/>
          <p:nvPr/>
        </p:nvSpPr>
        <p:spPr>
          <a:xfrm>
            <a:off x="6172960" y="454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general_note</a:t>
            </a:r>
            <a:endParaRPr lang="en-US" sz="1100" dirty="0"/>
          </a:p>
        </p:txBody>
      </p:sp>
      <p:sp>
        <p:nvSpPr>
          <p:cNvPr id="237" name="Desc 1 general_note"/>
          <p:cNvSpPr/>
          <p:nvPr/>
        </p:nvSpPr>
        <p:spPr>
          <a:xfrm>
            <a:off x="7722960" y="454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(free text)</a:t>
            </a:r>
            <a:endParaRPr lang="en-US" sz="1100" dirty="0"/>
          </a:p>
        </p:txBody>
      </p:sp>
      <p:sp>
        <p:nvSpPr>
          <p:cNvPr id="238" name="Divider 1 general_note"/>
          <p:cNvSpPr/>
          <p:nvPr/>
        </p:nvSpPr>
        <p:spPr>
          <a:xfrm>
            <a:off x="6172960" y="49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Field 1 reported_by"/>
          <p:cNvSpPr/>
          <p:nvPr/>
        </p:nvSpPr>
        <p:spPr>
          <a:xfrm>
            <a:off x="6172960" y="496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reported_by</a:t>
            </a:r>
            <a:endParaRPr lang="en-US" sz="1100" dirty="0"/>
          </a:p>
        </p:txBody>
      </p:sp>
      <p:sp>
        <p:nvSpPr>
          <p:cNvPr id="240" name="Desc 1 reported_by"/>
          <p:cNvSpPr/>
          <p:nvPr/>
        </p:nvSpPr>
        <p:spPr>
          <a:xfrm>
            <a:off x="7722960" y="496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By - who requested the change</a:t>
            </a:r>
            <a:endParaRPr lang="en-US" sz="1100" dirty="0"/>
          </a:p>
        </p:txBody>
      </p:sp>
      <p:sp>
        <p:nvSpPr>
          <p:cNvPr id="241" name="Divider 1 reported_by"/>
          <p:cNvSpPr/>
          <p:nvPr/>
        </p:nvSpPr>
        <p:spPr>
          <a:xfrm>
            <a:off x="6172960" y="53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2" name="Field 1 reason_code"/>
          <p:cNvSpPr/>
          <p:nvPr/>
        </p:nvSpPr>
        <p:spPr>
          <a:xfrm>
            <a:off x="6172960" y="53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</a:t>
            </a:r>
            <a:endParaRPr lang="en-US" sz="1100" dirty="0"/>
          </a:p>
        </p:txBody>
      </p:sp>
      <p:sp>
        <p:nvSpPr>
          <p:cNvPr id="243" name="Desc 1 reason_code"/>
          <p:cNvSpPr/>
          <p:nvPr/>
        </p:nvSpPr>
        <p:spPr>
          <a:xfrm>
            <a:off x="7722960" y="53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combo, Quality section - real QCReasonCode class</a:t>
            </a:r>
            <a:endParaRPr lang="en-US" sz="1100" dirty="0"/>
          </a:p>
        </p:txBody>
      </p:sp>
      <p:sp>
        <p:nvSpPr>
          <p:cNvPr id="244" name="Divider 1 reason_code"/>
          <p:cNvSpPr/>
          <p:nvPr/>
        </p:nvSpPr>
        <p:spPr>
          <a:xfrm>
            <a:off x="6172960" y="58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5" name="Field 1 cause_code"/>
          <p:cNvSpPr/>
          <p:nvPr/>
        </p:nvSpPr>
        <p:spPr>
          <a:xfrm>
            <a:off x="6172960" y="58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cause_code</a:t>
            </a:r>
            <a:endParaRPr lang="en-US" sz="1100" dirty="0"/>
          </a:p>
        </p:txBody>
      </p:sp>
      <p:sp>
        <p:nvSpPr>
          <p:cNvPr id="246" name="Desc 1 cause_code"/>
          <p:cNvSpPr/>
          <p:nvPr/>
        </p:nvSpPr>
        <p:spPr>
          <a:xfrm>
            <a:off x="7722960" y="58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Code combo, Quality section - real QCCauseCode class</a:t>
            </a:r>
            <a:endParaRPr lang="en-US" sz="1100" dirty="0"/>
          </a:p>
        </p:txBody>
      </p:sp>
      <p:sp>
        <p:nvSpPr>
          <p:cNvPr id="247" name="Divider 1 cause_code"/>
          <p:cNvSpPr/>
          <p:nvPr/>
        </p:nvSpPr>
        <p:spPr>
          <a:xfrm>
            <a:off x="6172960" y="62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needs a new column, IDO property, and form control.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open question whether this is the same concept as the existing next_assy_item (Next Level Assembly) or a distinct field.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Decorative Circle"/>
          <p:cNvSpPr/>
          <p:nvPr/>
        </p:nvSpPr>
        <p:spPr>
          <a:xfrm>
            <a:off x="-900000" y="-900000"/>
            <a:ext cx="3000000" cy="300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eCMRs screen actually looks like, with the additional and Change Request fields shown in place above Quality.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0" name="eCMRs Form Mockup" descr="eCMRs form mockup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652" y="2148840"/>
            <a:ext cx="2862695" cy="4251960"/>
          </a:xfrm>
          <a:prstGeom prst="rect">
            <a:avLst/>
          </a:prstGeom>
          <a:ln w="9525">
            <a:solidFill>
              <a:srgbClr val="E5E5E5"/>
            </a:solidFill>
            <a:prstDash val="solid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7E6E6"/>
      </a:lt2>
      <a:accent1>
        <a:srgbClr val="CF0C2C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1268</Words>
  <Application>Microsoft Office PowerPoint</Application>
  <PresentationFormat>Widescreen</PresentationFormat>
  <Paragraphs>168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19</cp:revision>
  <dcterms:created xsi:type="dcterms:W3CDTF">2026-09-21T13:20:12Z</dcterms:created>
  <dcterms:modified xsi:type="dcterms:W3CDTF">2026-09-24T00:59:23Z</dcterms:modified>
</cp:coreProperties>
</file>