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0" r:id="rId10"/>
    <p:sldId id="261" r:id="rId11"/>
    <p:sldId id="263" r:id="rId12"/>
    <p:sldId id="262" r:id="rId13"/>
    <p:sldId id="264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3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B41832"/>
          </a:solidFill>
          <a:ln w="12700">
            <a:solidFill>
              <a:srgbClr val="B4183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solidFill>
            <a:srgbClr val="B4183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bodyPr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F8E8E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F8E8E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needs a new column, IDO property, and form control.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open question whether this is the same concept as the existing next_assy_item (Next Level Assembly) or a distinct field.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A1A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8E8EA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blurRad="152400" dist="38100" dir="5400000" algn="bl" rotWithShape="0">
              <a:srgbClr val="252525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2525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B41832"/>
          </a:solidFill>
          <a:ln w="12700">
            <a:solidFill>
              <a:srgbClr val="B418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FC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18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7E6E6"/>
      </a:lt2>
      <a:accent1>
        <a:srgbClr val="B4183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1268</Words>
  <Application>Microsoft Office PowerPoint</Application>
  <PresentationFormat>Widescreen</PresentationFormat>
  <Paragraphs>168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19</cp:revision>
  <dcterms:created xsi:type="dcterms:W3CDTF">2026-09-21T13:20:12Z</dcterms:created>
  <dcterms:modified xsi:type="dcterms:W3CDTF">2026-09-24T00:59:23Z</dcterms:modified>
</cp:coreProperties>
</file>