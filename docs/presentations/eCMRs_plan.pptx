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66" r:id="rId5"/>
    <p:sldId id="259" r:id="rId6"/>
    <p:sldId id="260" r:id="rId7"/>
    <p:sldId id="261" r:id="rId8"/>
    <p:sldId id="263" r:id="rId9"/>
    <p:sldId id="262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809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decide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historical rows carry their original numbers, but cmr_num auto-numbers on the IDO properties - how do the two coexist?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868</Words>
  <Application>Microsoft Office PowerPoint</Application>
  <PresentationFormat>Widescreen</PresentationFormat>
  <Paragraphs>136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17</cp:revision>
  <dcterms:created xsi:type="dcterms:W3CDTF">2026-09-21T13:20:12Z</dcterms:created>
  <dcterms:modified xsi:type="dcterms:W3CDTF">2026-09-22T13:28:55Z</dcterms:modified>
</cp:coreProperties>
</file>