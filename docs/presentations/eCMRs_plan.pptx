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6" r:id="rId5"/>
    <p:sldId id="259" r:id="rId6"/>
    <p:sldId id="260" r:id="rId7"/>
    <p:sldId id="261" r:id="rId8"/>
    <p:sldId id="263" r:id="rId9"/>
    <p:sldId id="262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7809" autoAdjust="0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5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8203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97280"/>
            <a:ext cx="4754880" cy="475488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9509760" y="64008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4" name="Image 0" descr="icons/clip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05156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CMRs plan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457200" y="5989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QCS - standalone Change Management Request rebuild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milestones to production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at a glance — each phase in order.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060704" y="2340864"/>
            <a:ext cx="0" cy="356616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27048" y="209397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274320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6868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27048" y="268833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8680" y="333756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868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27048" y="328269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 — never directly in production.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68680" y="393192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868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27048" y="387705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68680" y="452628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6868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27048" y="447141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68680" y="51206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68680" y="5120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27048" y="506577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868680" y="571500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68680" y="5715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27048" y="566013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352" y="2139215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phase flow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98755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confirmed requirements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471257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91297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955889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A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model: one standalone table + IDO, zero dependencies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9595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9635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4924227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B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Form: build the eCMRs form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7932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727972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892564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376270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69631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886090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D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current CMR process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 → Change Request Management → CMR — the three-form workflow today.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60946" y="2418347"/>
            <a:ext cx="7050507" cy="3982453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457200" y="20715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current process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199" y="2743200"/>
            <a:ext cx="6725653" cy="35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emails a PIR (Job, Serial #, Top Level PN, Sub Assembly PN, Part, Issue); </a:t>
            </a:r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Priority, Initial Change, Requested By.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Request Management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everything’s already filled in – they just capture the CMR Number it generated.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 Form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assign engineering, pull Item/Revision from the drawing books, Disposition starts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Hold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RCA notes copied from the intake email (Serial #/LOT # currently get copied into the Notes here too).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Save, notify engineering (follow up after 24 hrs), then send the CMR Number back to the requester.</a:t>
            </a: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E6A3AA-1751-7994-8D3D-EA16944CF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527" y="1640425"/>
            <a:ext cx="5473569" cy="290536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38A9BE8-2779-A6A5-799C-3F5EA44B6E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3026" y="2869241"/>
            <a:ext cx="3683195" cy="375676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field mapping — from Create Change Request 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1637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column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986693" y="2926080"/>
            <a:ext cx="73820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carries over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328416"/>
            <a:ext cx="1054577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822960" y="3419856"/>
            <a:ext cx="10545775" cy="400000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932688" y="3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986693" y="3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field - auto-number set in the IDO properties, increments every CMR automatically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38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932688" y="3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# + LOT #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986693" y="3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these are added in the notes section, but we want new fields for these commonly used field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822960" y="42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932688" y="42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+ item_description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986693" y="42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combo and description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46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932688" y="46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+ wc + descriptions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986693" y="46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and WC combos with their descriptions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22960" y="50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932688" y="50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initial_change + 5 requirement checks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986693" y="50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Change plus Costing, Documentation, Material, Process, Tool/Machine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22960" y="54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932688" y="5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priority, due_date, note, reported by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986693" y="5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combo, Due Date, Note, and Reported By</a:t>
            </a:r>
            <a:endParaRPr lang="en-US" sz="1300" dirty="0"/>
          </a:p>
        </p:txBody>
      </p:sp>
      <p:sp>
        <p:nvSpPr>
          <p:cNvPr id="101" name="Shape 101"/>
          <p:cNvSpPr/>
          <p:nvPr/>
        </p:nvSpPr>
        <p:spPr>
          <a:xfrm>
            <a:off x="822960" y="58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2" name="Text 102"/>
          <p:cNvSpPr/>
          <p:nvPr/>
        </p:nvSpPr>
        <p:spPr>
          <a:xfrm>
            <a:off x="932688" y="5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reason_code + cause_code</a:t>
            </a:r>
            <a:endParaRPr lang="en-US" sz="1300" dirty="0"/>
          </a:p>
        </p:txBody>
      </p:sp>
      <p:sp>
        <p:nvSpPr>
          <p:cNvPr id="103" name="Text 103"/>
          <p:cNvSpPr/>
          <p:nvPr/>
        </p:nvSpPr>
        <p:spPr>
          <a:xfrm>
            <a:off x="3986693" y="5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 + Cause Code combos, Quality section - reference the real QCReasonCode/QCCauseCode system Property Classes (same as QC_MRRs)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2960" y="62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wr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build steps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SQL table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IDO - properties bulk-appended from CSV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auto-number set in the IDO properties - increments every CMR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checkbox cascade logic</a:t>
            </a: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Tip &amp; Tricks (Review for technique on po creation)</a:t>
            </a:r>
            <a:endParaRPr lang="en-US" sz="1500" dirty="0">
              <a:solidFill>
                <a:srgbClr val="FF0000"/>
              </a:solidFill>
            </a:endParaRP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form XML through Form Sync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1379" y="2200317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staging approach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SQL table, then the IDO - Use AI to build the form in XML &amp; use Form Sync for imports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584448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584448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exports/eCMRs_v1.XML via Form Sync only after the IDO is checked in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242816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242816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TRN first – then in production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" y="4901184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234440" y="4901184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full TRN test checklist before go-live: create path, persistence round-trip, Requirements checkbox cascade</a:t>
            </a: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E87F5528-7C19-A626-5DA9-34357D16047F}"/>
              </a:ext>
            </a:extLst>
          </p:cNvPr>
          <p:cNvSpPr/>
          <p:nvPr/>
        </p:nvSpPr>
        <p:spPr>
          <a:xfrm>
            <a:off x="822960" y="555955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9247ABB6-B95A-4F45-624C-0F3FAF63C6A8}"/>
              </a:ext>
            </a:extLst>
          </p:cNvPr>
          <p:cNvSpPr/>
          <p:nvPr/>
        </p:nvSpPr>
        <p:spPr>
          <a:xfrm>
            <a:off x="1188720" y="5542449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procedure documentation changes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57200" cy="457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Migrating the old CMR data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D decision that is still open — two options on the table.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014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7240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the history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historical CMR data from </a:t>
            </a: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rs_cmr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rs_crcvr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new table. Every field becomes its own real column on the standalone table, mapped per field-mapping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965960"/>
            <a:ext cx="55014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53048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53048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goes live with new CMRs only. Legacy history stays queryable through the old screens and tables.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95344"/>
            <a:ext cx="11277295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960" y="4160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decide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50799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450799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Numbering: historical rows carry their original numbers, but cmr_num auto-numbers on the IDO properties - how do the two coexist?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05663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505663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560527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560527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D decisions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replaces CMR form, create change request and change request management forms, it runs alongside it until the CMR form is retired once eCMRs is proven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70332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70332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historical CMR data from rs_cmr/rs_crcvr, or start fresh with legacy history queryable through the old screens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48056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48056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Create Change Request, Change Request Management, and CMRs once live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199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C test list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CMR end-to-end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reopen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numbering has no race condition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flow meets requirements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all fields + lookup fields work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5486400" cy="548640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01200" y="-1371600"/>
            <a:ext cx="4572000" cy="457200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10048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948" y="845820"/>
            <a:ext cx="68580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1371600" y="288036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57200" y="3749040"/>
            <a:ext cx="11277295" cy="2651760"/>
          </a:xfrm>
          <a:prstGeom prst="roundRect">
            <a:avLst>
              <a:gd name="adj" fmla="val 413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40416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optimization backlog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434840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and track all issues with each team using the form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any bugs &amp; no critical paths are blocking us from normal work flows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procedures for manager approval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1413</TotalTime>
  <Words>868</Words>
  <Application>Microsoft Office PowerPoint</Application>
  <PresentationFormat>Widescreen</PresentationFormat>
  <Paragraphs>136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Jake Smith</cp:lastModifiedBy>
  <cp:revision>17</cp:revision>
  <dcterms:created xsi:type="dcterms:W3CDTF">2026-09-21T13:20:12Z</dcterms:created>
  <dcterms:modified xsi:type="dcterms:W3CDTF">2026-09-22T13:28:55Z</dcterms:modified>
</cp:coreProperties>
</file>