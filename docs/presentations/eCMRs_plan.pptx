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66" r:id="rId5"/>
    <p:sldId id="259" r:id="rId6"/>
    <p:sldId id="268" r:id="rId19"/>
    <p:sldId id="260" r:id="rId7"/>
    <p:sldId id="261" r:id="rId8"/>
    <p:sldId id="263" r:id="rId9"/>
    <p:sldId id="262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7809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5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509760" y="640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0515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6144216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86400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00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0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4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252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25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19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804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80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749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01" name="Shape 101"/>
          <p:cNvSpPr/>
          <p:nvPr/>
        </p:nvSpPr>
        <p:spPr>
          <a:xfrm>
            <a:off x="868680" y="4356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868680" y="4356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3" name="Text 103"/>
          <p:cNvSpPr/>
          <p:nvPr/>
        </p:nvSpPr>
        <p:spPr>
          <a:xfrm>
            <a:off x="1527048" y="4301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historical CMR data into the new table, or decide to start fresh.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90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90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85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460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46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40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6012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601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95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 over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field - auto-number set in the IDO properties, increments every CMR automatically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+ LOT #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these are added in the notes section, but we want new fields for these commonly used field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+ item_description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 and description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wc + descriptions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and WC combos with their descriptions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 + 5 requirement checks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plus Costing, Documentation, Material, Process, Tool/Machine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due_date, note, reported by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combo, Due Date, Note, and Reported By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932688" y="5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 + cause_code</a:t>
            </a:r>
            <a:endParaRPr lang="en-US" sz="1300" dirty="0"/>
          </a:p>
        </p:txBody>
      </p:sp>
      <p:sp>
        <p:nvSpPr>
          <p:cNvPr id="103" name="Text 103"/>
          <p:cNvSpPr/>
          <p:nvPr/>
        </p:nvSpPr>
        <p:spPr>
          <a:xfrm>
            <a:off x="3986693" y="5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+ Cause Code combos, Quality section - reference the real QCReasonCode/QCCauseCode system Property Classes (same as QC_MRRs)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6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7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194560" y="62179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94560" y="1325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we’ll migrate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cmr_num just needs to be a unique auto-generated value — migrated rows get a fresh one on insert, like any new CMR.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mapping: every rs_cmr/rs_crcvr column copies to its own real column on ue_ecmrs, per docs/field-mapping.md — no join back.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a one-time script inserts each mapped row directly into ue_ecmrs — never a live join, never a client-computed key.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requirements, confirmed from the signed CMR Development SOW.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3474720"/>
          </a:xfrm>
          <a:prstGeom prst="rect">
            <a:avLst/>
          </a:prstGeom>
          <a:noFill/>
          <a:ln/>
        </p:spPr>
        <p:txBody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not dependent on Create Change Request/Change Request Management existing first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 from existing CMR entries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form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and Cause Codes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new Ref Type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for CMR Reason/Cause selection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fields from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 that will be needed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additional fields such as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JOB, Serial#, Lot#, Top Level PN, Sub Assembly, Part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CMR needs a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be used to reference the working CMR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the BRD calls out as needing their own field — not part of the Create Change Request carryover.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fields — new, not carried over from Create Change Request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field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(job_num)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lookup (SLMatltrans/RefNum) — already built and on the form.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(serial_num)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built; previously just copied into the Notes section on the legacy 3-form process.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# (lot_num)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built, same as Serial #.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Level PN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needs a new column, IDO property, and form control.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Assembly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open question whether this is the same concept as the existing next_assy_item (Next Level Assembly) or a distinct field.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(item)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built as the Item combo — covered on the previous Design slide.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1413</TotalTime>
  <Words>868</Words>
  <Application>Microsoft Office PowerPoint</Application>
  <PresentationFormat>Widescreen</PresentationFormat>
  <Paragraphs>136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17</cp:revision>
  <dcterms:created xsi:type="dcterms:W3CDTF">2026-09-21T13:20:12Z</dcterms:created>
  <dcterms:modified xsi:type="dcterms:W3CDTF">2026-09-22T13:28:55Z</dcterms:modified>
</cp:coreProperties>
</file>