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67" r:id="rId18"/>
    <p:sldId id="266" r:id="rId5"/>
    <p:sldId id="259" r:id="rId6"/>
    <p:sldId id="260" r:id="rId7"/>
    <p:sldId id="261" r:id="rId8"/>
    <p:sldId id="263" r:id="rId9"/>
    <p:sldId id="262" r:id="rId10"/>
    <p:sldId id="264" r:id="rId11"/>
    <p:sldId id="265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7809" autoAdjust="0"/>
    <p:restoredTop sz="94610"/>
  </p:normalViewPr>
  <p:slideViewPr>
    <p:cSldViewPr snapToGrid="0" snapToObjects="1">
      <p:cViewPr varScale="1">
        <p:scale>
          <a:sx n="77" d="100"/>
          <a:sy n="77" d="100"/>
        </p:scale>
        <p:origin x="54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  <Relationship Id="rId18" Type="http://schemas.openxmlformats.org/officeDocument/2006/relationships/slide" Target="slides/slide12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82034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097280"/>
            <a:ext cx="4754880" cy="4754880"/>
          </a:xfrm>
          <a:prstGeom prst="ellipse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9509760" y="640080"/>
            <a:ext cx="1645920" cy="1645920"/>
          </a:xfrm>
          <a:prstGeom prst="roundRect">
            <a:avLst>
              <a:gd name="adj" fmla="val 6667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4" name="Image 0" descr="icons/clip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1051560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160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PLAN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52628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CMRs plan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457200" y="59893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SyteLine QCS - standalone Change Management Request rebuild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1277295" cy="6144216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milestones to production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at a glance — each phase in order.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060704" y="2340864"/>
            <a:ext cx="0" cy="3864000"/>
          </a:xfrm>
          <a:prstGeom prst="line">
            <a:avLst/>
          </a:prstGeom>
          <a:noFill/>
          <a:ln w="254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868680" y="214884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6868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27048" y="2093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high-level outline flows to strategize the approach.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68680" y="270084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68680" y="2700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527048" y="2645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every field that needs to come over in the migration.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68680" y="325284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68680" y="3252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27048" y="3197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 staging / TRN first — never directly in production.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68680" y="380484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68680" y="380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27048" y="3749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the staged build and run final validation before production.</a:t>
            </a:r>
            <a:endParaRPr lang="en-US" sz="1700" dirty="0"/>
          </a:p>
        </p:txBody>
      </p:sp>
      <p:sp>
        <p:nvSpPr>
          <p:cNvPr id="101" name="Shape 101"/>
          <p:cNvSpPr/>
          <p:nvPr/>
        </p:nvSpPr>
        <p:spPr>
          <a:xfrm>
            <a:off x="868680" y="435684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02" name="Text 102"/>
          <p:cNvSpPr/>
          <p:nvPr/>
        </p:nvSpPr>
        <p:spPr>
          <a:xfrm>
            <a:off x="868680" y="4356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03" name="Text 103"/>
          <p:cNvSpPr/>
          <p:nvPr/>
        </p:nvSpPr>
        <p:spPr>
          <a:xfrm>
            <a:off x="1527048" y="4301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historical CMR data into the new table, or decide to start fresh.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868680" y="490884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68680" y="490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527048" y="4853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production.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68680" y="546084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68680" y="5460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527048" y="5405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tests to make sure everything looks good.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868680" y="601284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68680" y="6012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527048" y="5957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weeks of optimization, working closely with the in-house team.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high-level outline flows to strategize the approach.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352" y="2139215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phase flow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2960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987552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on confirmed requirements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2471257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791297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2955889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A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model: one standalone table + IDO, zero dependencies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439595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4759635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4924227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B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Form: build the eCMRs form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407932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727972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6892564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C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376270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8696310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8860902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D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current CMR process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Change Request → Change Request Management → CMR — the three-form workflow today.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60946" y="2418347"/>
            <a:ext cx="7050507" cy="3982453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457200" y="207154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current process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57199" y="2743200"/>
            <a:ext cx="6725653" cy="35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emails a PIR (Job, Serial #, Top Level PN, Sub Assembly PN, Part, Issue); </a:t>
            </a:r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Change Request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Priority, Initial Change, Requested By.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Request Management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everything’s already filled in – they just capture the CMR Number it generated.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 Form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assign engineering, pull Item/Revision from the drawing books, Disposition starts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Hold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RCA notes copied from the intake email (Serial #/LOT # currently get copied into the Notes here too).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Save, notify engineering (follow up after 24 hrs), then send the CMR Number back to the requester.</a:t>
            </a:r>
            <a:endParaRPr lang="en-US" sz="15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CE6A3AA-1751-7994-8D3D-EA16944CF7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4527" y="1640425"/>
            <a:ext cx="5473569" cy="290536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38A9BE8-2779-A6A5-799C-3F5EA44B6E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3026" y="2869241"/>
            <a:ext cx="3683195" cy="375676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every field that needs to come over in the migration.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icons/penc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field mapping — from Create Change Request 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316373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column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3986693" y="2926080"/>
            <a:ext cx="738204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carries over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22960" y="3328416"/>
            <a:ext cx="1054577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" name="Shape 8"/>
          <p:cNvSpPr/>
          <p:nvPr/>
        </p:nvSpPr>
        <p:spPr>
          <a:xfrm>
            <a:off x="822960" y="3419856"/>
            <a:ext cx="10545775" cy="400000"/>
          </a:xfrm>
          <a:prstGeom prst="rect">
            <a:avLst/>
          </a:prstGeom>
          <a:solidFill>
            <a:srgbClr val="ECFDF5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932688" y="34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cmr_num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986693" y="34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field - auto-number set in the IDO properties, increments every CMR automatically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22960" y="38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932688" y="38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# + LOT #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3986693" y="38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these are added in the notes section, but we want new fields for these commonly used field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822960" y="42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932688" y="42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+ item_description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986693" y="42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combo and description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2960" y="46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932688" y="46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 + wc + descriptions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3986693" y="46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 and WC combos with their descriptions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22960" y="50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932688" y="50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initial_change + 5 requirement checks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986693" y="50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Change plus Costing, Documentation, Material, Process, Tool/Machine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822960" y="54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932688" y="54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priority, due_date, note, reported by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3986693" y="54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combo, Due Date, Note, and Reported By</a:t>
            </a:r>
            <a:endParaRPr lang="en-US" sz="1300" dirty="0"/>
          </a:p>
        </p:txBody>
      </p:sp>
      <p:sp>
        <p:nvSpPr>
          <p:cNvPr id="101" name="Shape 101"/>
          <p:cNvSpPr/>
          <p:nvPr/>
        </p:nvSpPr>
        <p:spPr>
          <a:xfrm>
            <a:off x="822960" y="58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2" name="Text 102"/>
          <p:cNvSpPr/>
          <p:nvPr/>
        </p:nvSpPr>
        <p:spPr>
          <a:xfrm>
            <a:off x="932688" y="58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reason_code + cause_code</a:t>
            </a:r>
            <a:endParaRPr lang="en-US" sz="1300" dirty="0"/>
          </a:p>
        </p:txBody>
      </p:sp>
      <p:sp>
        <p:nvSpPr>
          <p:cNvPr id="103" name="Text 103"/>
          <p:cNvSpPr/>
          <p:nvPr/>
        </p:nvSpPr>
        <p:spPr>
          <a:xfrm>
            <a:off x="3986693" y="58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Code + Cause Code combos, Quality section - reference the real QCReasonCode/QCCauseCode system Property Classes (same as QC_MRRs)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822960" y="6219856"/>
            <a:ext cx="1054577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wre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 staging / TRN first.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build steps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1054577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ue_ecmr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SQL table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ue_ecmrs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IDO - properties bulk-appended from CSV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cmr_num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auto-number set in the IDO properties - increments every CMR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checkbox cascade logic</a:t>
            </a:r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Syteline Tip &amp; Tricks (Review for technique on po creation)</a:t>
            </a:r>
            <a:endParaRPr lang="en-US" sz="1500" dirty="0">
              <a:solidFill>
                <a:srgbClr val="FF0000"/>
              </a:solidFill>
            </a:endParaRPr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the form XML through Form Sync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Staging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the staged build and run final validation before production.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icons/lay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1379" y="2200317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staging approach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34440" y="2926080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SQL table, then the IDO - Use AI to build the form in XML &amp; use Form Sync for imports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3584448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234440" y="3584448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exports/eCMRs_v1.XML via Form Sync only after the IDO is checked in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22960" y="4242816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34440" y="4242816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 TRN first – then in production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22960" y="4901184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234440" y="4901184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full TRN test checklist before go-live: create path, persistence round-trip, Requirements checkbox cascade</a:t>
            </a:r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E87F5528-7C19-A626-5DA9-34357D16047F}"/>
              </a:ext>
            </a:extLst>
          </p:cNvPr>
          <p:cNvSpPr/>
          <p:nvPr/>
        </p:nvSpPr>
        <p:spPr>
          <a:xfrm>
            <a:off x="822960" y="5559552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12">
            <a:extLst>
              <a:ext uri="{FF2B5EF4-FFF2-40B4-BE49-F238E27FC236}">
                <a16:creationId xmlns:a16="http://schemas.microsoft.com/office/drawing/2014/main" id="{9247ABB6-B95A-4F45-624C-0F3FAF63C6A8}"/>
              </a:ext>
            </a:extLst>
          </p:cNvPr>
          <p:cNvSpPr/>
          <p:nvPr/>
        </p:nvSpPr>
        <p:spPr>
          <a:xfrm>
            <a:off x="1188720" y="5542449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on procedure documentation changes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27" name="Image 0" descr="icon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2194560" y="621792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Migrating the old CMR data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2194560" y="1325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Phase D decision that is still open — two options on the table.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5501488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77240" y="2203704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 the history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587752"/>
            <a:ext cx="486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historical CMR data from </a:t>
            </a: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rs_cmr</a:t>
            </a: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rs_crcvr</a:t>
            </a: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the new table. Every field becomes its own real column on the standalone table, mapped per field-mapping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3008" y="1965960"/>
            <a:ext cx="5501488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553048" y="2203704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fresh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53048" y="2587752"/>
            <a:ext cx="486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eCMRs goes live with new CMRs only. Legacy history stays queryable through the old screens and tables.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895344"/>
            <a:ext cx="11277295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22960" y="41605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we’ll migrate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960" y="4507992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34440" y="4507992"/>
            <a:ext cx="10134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Numbering: cmr_num just needs to be a unique auto-generated value — migrated rows get a fresh one on insert, like any new CMR.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5056632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34440" y="5056632"/>
            <a:ext cx="10134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mapping: every rs_cmr/rs_crcvr column copies to its own real column on ue_ecmrs, per docs/field-mapping.md — no join back.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5605272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34440" y="5605272"/>
            <a:ext cx="10134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Load: a one-time script inserts each mapped row directly into ue_ecmrs — never a live join, never a client-computed key.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rock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Launch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production.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Phase D decisions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34440" y="2926080"/>
            <a:ext cx="10134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eCMRs replaces CMR form, create change request and change request management forms, it runs alongside it until the CMR form is retired once eCMRs is proven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370332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234440" y="3703320"/>
            <a:ext cx="10134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 historical CMR data from rs_cmr/rs_crcvr, or start fresh with legacy history queryable through the old screens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22960" y="448056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34440" y="4480560"/>
            <a:ext cx="10134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 Create Change Request, Change Request Management, and CMRs once live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tests to make sure everything looks good.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icons/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199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Phase C test list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1054577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CMR end-to-end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and reopen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numbering has no race condition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flow meets requirements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all fields + lookup fields work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5486400" cy="5486400"/>
          </a:xfrm>
          <a:prstGeom prst="ellipse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601200" y="-1371600"/>
            <a:ext cx="4572000" cy="4572000"/>
          </a:xfrm>
          <a:prstGeom prst="ellipse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410048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icons/gea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2948" y="845820"/>
            <a:ext cx="685800" cy="685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Optimize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1371600" y="2880360"/>
            <a:ext cx="9448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weeks of optimization, working closely with the in-house team.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57200" y="3749040"/>
            <a:ext cx="11277295" cy="2651760"/>
          </a:xfrm>
          <a:prstGeom prst="roundRect">
            <a:avLst>
              <a:gd name="adj" fmla="val 413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22960" y="404164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optimization backlog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4434840"/>
            <a:ext cx="1054577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and track all issues with each team using the form</a:t>
            </a:r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any bugs &amp; no critical paths are blocking us from normal work flows</a:t>
            </a:r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procedures for manager approval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clip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BRD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requirements, confirmed from the signed CMR Development SOW.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52400" dist="381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requirements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10545775" cy="3474720"/>
          </a:xfrm>
          <a:prstGeom prst="rect">
            <a:avLst/>
          </a:prstGeom>
          <a:noFill/>
          <a:ln/>
        </p:spPr>
        <p:txBody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CMR form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not dependent on Create Change Request/Change Request Management existing first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data from existing CMR entries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the new form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custom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and Cause Codes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with a new Ref Type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used for CMR Reason/Cause selection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fields from the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Change Request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form that will be needed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additional fields such as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JOB, Serial#, Lot#, Top Level PN, Sub Assembly, Part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CMR needs a </a:t>
            </a: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identifier</a:t>
            </a: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can be used to reference the working CMR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1413</TotalTime>
  <Words>868</Words>
  <Application>Microsoft Office PowerPoint</Application>
  <PresentationFormat>Widescreen</PresentationFormat>
  <Paragraphs>136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Jake Smith</cp:lastModifiedBy>
  <cp:revision>17</cp:revision>
  <dcterms:created xsi:type="dcterms:W3CDTF">2026-09-21T13:20:12Z</dcterms:created>
  <dcterms:modified xsi:type="dcterms:W3CDTF">2026-09-22T13:28:55Z</dcterms:modified>
</cp:coreProperties>
</file>