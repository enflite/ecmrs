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rand/enflite-logo-origi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743200" cy="576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ln w="12700">
            <a:solidFill>
              <a:srgbClr val="CF0C2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0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526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CF0C2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eCMRs plan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989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SyteLine - one Change Management Request form on its own table and IDO. Live on TRN; next: production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Seven milestones to production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727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at a glance — each phase in order.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60704" y="2340864"/>
            <a:ext cx="0" cy="3657600"/>
          </a:xfrm>
          <a:prstGeom prst="line">
            <a:avLst/>
          </a:prstGeom>
          <a:noFill/>
          <a:ln w="254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C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27048" y="207568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three legacy CMR screens and the SOW need, on one form.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75234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C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27048" y="267919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table and IDO ue_ecmrs, form layout, lookups and scripts.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3558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C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27048" y="328269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TRN first — never directly in production. Done.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39593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C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27048" y="38862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 to end on TRN; exports checked against the repo. Done 2026-09-29.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8680" y="45628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C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27048" y="448970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table, IDO and form in production, from the TRN exports. Next.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68680" y="516636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C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27048" y="509320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checklist passed on TRN; smoke test in production.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68680" y="576986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C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" y="5769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27048" y="569671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follow-up with Quality, Engineering, Planning, Purchasing, CM.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Scope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three legacy CMR screens with one form, built on its own table.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497312" y="5404104"/>
            <a:ext cx="3200400" cy="3200400"/>
          </a:xfrm>
          <a:prstGeom prst="ellipse">
            <a:avLst/>
          </a:prstGeom>
          <a:ln w="12700">
            <a:solidFill>
              <a:srgbClr val="CF0C2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phase flow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92608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87552" y="3090672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QC_CMRs, Create Change Request, Change Request Mgmt, the SOW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2926080"/>
            <a:ext cx="320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0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788920" y="292608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53512" y="3090672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+ IDO ue_ecmrs: 76 columns, no Infor objects changed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434840" y="2926080"/>
            <a:ext cx="320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0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754880" y="292608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19472" y="3090672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eCMRs_v2.XML through FormSync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2926080"/>
            <a:ext cx="320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0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720840" y="292608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85432" y="3090672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TRN: done 2026-09-29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2926080"/>
            <a:ext cx="320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0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686800" y="2926080"/>
            <a:ext cx="1645920" cy="182880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51392" y="3090672"/>
            <a:ext cx="13167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to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1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BRD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for the change.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2608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everything the three legacy CMR screens hold, created with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2199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22199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table and IDO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(ue_ecmrs): no dependency on rs_cmr / rs_crcvr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1790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51790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CMR number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CMR-YYMMDD-HHMMSS, set on New; never repeats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81381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81381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Lookups fill descriptions: Item, Next Assy, Vendor, Dept, Work Center, every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ID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10972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10972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Change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ticks the right Req checkboxes;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/ Cause Codes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QC_MRRs lists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40563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440563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Ticking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sets Close Date and Closed By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70154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70154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to Infor standard objects; Enflite naming (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ue_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ENF)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99745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499745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on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first; delivered through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FormSync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kept in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(Enflite/eCMRs)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8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TRN first, then production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built and proven on TRN, then pushed to production later.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table and IDO ue_ecmrs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Inline Lists, Read Only, CmrNum; Check 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069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eCMRs_v2.XML through FormSync; test every field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6177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4617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SQL Columns + IDO Properties as the production source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2926080"/>
            <a:ext cx="548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F0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9718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same columns and properties from the TRN exports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35204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In; verify production against TRN with one script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4069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4069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same eCMRs_v2.XML through FormSync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46177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4617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test, then hand over to the team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6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Design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table and IDO — nothing Infor owns is changed.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and IDO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292608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3227832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25526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table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3255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ue_ecmrs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25526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columns (+7 system). Text columns char(255)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584448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58444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35844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cmr_num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3584448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nvarchar, Primary Key, no default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" y="3913632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9136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017520" y="391363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ue_ecmrs (alias ec)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3913632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property per column; lengths equal SQL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22960" y="4242816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24281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42428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CmrNum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394960" y="4242816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255, Default Value blank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2960" y="4572000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5720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017520" y="457200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Lists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394960" y="4572000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Priority, Initial Change, Dispositions, Reason, Cause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2960" y="4901184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490118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Auto-filled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3017520" y="49011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 cleared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394960" y="4901184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Descriptions, reviewer names, Close Date, Closed By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22960" y="5230368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and property: docs/production-build-sheet.md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6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Design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form fills things in — all in eCMRs_v2.XML.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mechanisms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form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292608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227832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25526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 Num on New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3255264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StdObjectNewCompleted: CMR- + yyMMdd-HHmmss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3584448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58444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/ Next Assy / Vendor → text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3584448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DefaultFrom Item(...), VendNum(VendorName)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3913632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39136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/ Work Center → description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3913632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SetPropertyFromList(..., Description)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" y="4242816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2428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ID → name (×6)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4242816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DefaultFrom EmpNum(&lt;name&gt;) on SLEmployees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2960" y="4572000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5720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Change → Req boxes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480560" y="4572000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DefaultFrom Change(ReqCosting, ...)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22960" y="4901184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90118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→ date, user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480560" y="4901184"/>
            <a:ext cx="6720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SetCloseInfo + SetClosedBy scripts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22960" y="5230368"/>
            <a:ext cx="10515600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one is built this way, and what failed first: docs/troubleshooting.md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7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Develop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TRN first — never directly in production.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build steps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2608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and IDO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ue_ecmrs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Application Studio (project ue_ENF)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3469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23469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columns and properties in the grids' own CSV format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4330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54330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Lists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clear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auto-filled fields,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CmrNum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String / no default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85191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85191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IDO — edits don't take effect until it is checked in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16052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16052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form with tools/apply_form_changes.py; import through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FormSync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9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Develop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is built as XML and imported through FormSync.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form with FormSync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9718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TRN v1 form in GitHub as the original (rollback copy)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3016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363016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tools/apply_form_changes.py edits v1 in place into exports/eCMRs_v2.XML (--check)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8853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428853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eCMRs_v2.XML into TRN through FormSync, at Site scope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94690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4946904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FormSync to bring the same XML to production at Launch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8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Staging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TRN build and run final validation before production.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staging approach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9260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field on TRN — passed 2026-09-29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8444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358444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SQL Columns + IDO Properties; compare_live_lengths.py: nothing to change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4281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4242816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make_production_imports.py builds the production files from those exports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90118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4901184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sign-off on TRN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9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Launch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production.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steps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9260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window; check ue_ecmrs / eCMRs don't exist in production yet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22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33223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table ue_ecmrs; import exports/production/ue_ecmrs_SqlColumns_import.csv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185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71856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IDO ue_ecmrs (alias ec); import ue_ecmrs_IdoProperties_import.csv; Check In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1148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411480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both grids; make_production_imports.py --verify: production matches TRN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5110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5110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eCMRs_v2.XML through FormSync at Site scope; give users access as on TRN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9072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9072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test: New, lookups, cascade, codes, save twice, Closed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5440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85216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85216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form on a new table — take </a:t>
            </a:r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eCMRs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 the menu and keep using the legacy CMR screens, which are untouched. No data is lost.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0152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3" name="Image 0" descr="icons/i10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4" y="850392"/>
            <a:ext cx="685800" cy="685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502920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Test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16152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to make sure everything looks good.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test list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2608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gives CMR-YYMMDD-HHMMSS; saves work; no duplicate-key error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8549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28549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lookup fills its description / name; PO Line shows the line number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4490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64490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Change ticks the right Req boxes; Reason / Cause codes list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00431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400431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# and LOT # list the item's serials / lots; Closed sets date and user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36372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363720"/>
            <a:ext cx="10268712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records open without errors; team signs off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08960" y="4480560"/>
            <a:ext cx="5486400" cy="5486400"/>
          </a:xfrm>
          <a:prstGeom prst="ellipse">
            <a:avLst/>
          </a:prstGeom>
          <a:ln w="12700">
            <a:solidFill>
              <a:srgbClr val="CF0C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ln w="12700">
            <a:solidFill>
              <a:srgbClr val="CF0C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13248" y="502920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CF0C2C"/>
          </a:solidFill>
          <a:ln w="12700">
            <a:solidFill>
              <a:srgbClr val="CF0C2C"/>
            </a:solidFill>
            <a:prstDash val="solid"/>
          </a:ln>
        </p:spPr>
      </p:sp>
      <p:pic>
        <p:nvPicPr>
          <p:cNvPr id="5" name="Image 0" descr="icons/i11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850392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20116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CF0C2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Optimize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8803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optimization, working closely with the team.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4041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optimization backlog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443484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4434840"/>
            <a:ext cx="61264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issues from each team using eCMRs; fix on TRN first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471805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4718050"/>
            <a:ext cx="61264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Notify, Reported By lookup, Assigned Buyer, Sub Assembly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500126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5001260"/>
            <a:ext cx="61264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the legacy CMR screens; decide on history migration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5284470"/>
            <a:ext cx="1828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5284470"/>
            <a:ext cx="612648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CMR procedure (QA-300-037); manager approval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eCMRs plan</dc:title>
  <dc:subject>PptxGenJS Presentation</dc:subject>
  <dc:creator>PptxGenJS</dc:creator>
  <cp:lastModifiedBy>PptxGenJS</cp:lastModifiedBy>
  <cp:revision>1</cp:revision>
  <dcterms:created xsi:type="dcterms:W3CDTF">2026-09-29T16:49:36Z</dcterms:created>
  <dcterms:modified xsi:type="dcterms:W3CDTF">2026-09-29T16:49:36Z</dcterms:modified>
</cp:coreProperties>
</file>