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rand/enflite-logo-origin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57200"/>
            <a:ext cx="2743200" cy="576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778240" y="-1097280"/>
            <a:ext cx="4754880" cy="4754880"/>
          </a:xfrm>
          <a:prstGeom prst="ellipse">
            <a:avLst/>
          </a:prstGeom>
          <a:ln w="12700">
            <a:solidFill>
              <a:srgbClr val="CF0C2C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457200" y="4160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PLAN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52628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dirty="0">
                <a:solidFill>
                  <a:srgbClr val="CF0C2C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eCMRs plan</a:t>
            </a:r>
            <a:endParaRPr lang="en-US" sz="6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59893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SyteLine - one Change Management Request form on its own table and IDO. Live on TRN; next: production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772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Seven milestones to production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57276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 at a glance — each phase in order.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060704" y="2340864"/>
            <a:ext cx="0" cy="3657600"/>
          </a:xfrm>
          <a:prstGeom prst="line">
            <a:avLst/>
          </a:prstGeom>
          <a:noFill/>
          <a:ln w="25400">
            <a:solidFill>
              <a:srgbClr val="E5E5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14884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F0C2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527048" y="207568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the three legacy CMR screens and the SOW need, on one form.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68680" y="2752344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F0C2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" y="27523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27048" y="2679192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table and IDO ue_ecmrs, form layout, lookups and scripts.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68680" y="3355848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F0C2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68680" y="3355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527048" y="3282696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TRN first — never directly in production. Done.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68680" y="3959352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F0C2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3959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527048" y="3886200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end to end on TRN; exports checked against the repo. Done 2026-09-29.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68680" y="4562856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F0C2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68680" y="4562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527048" y="4489704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table, IDO and form in production, from the TRN exports. Next.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868680" y="516636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F0C2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8680" y="5166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527048" y="509320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checklist passed on TRN; smoke test in production.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868680" y="5769864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F0C2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68680" y="5769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527048" y="5696712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weeks of follow-up with Quality, Engineering, Planning, Purchasing, CM.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CF0C2C"/>
          </a:solidFill>
          <a:ln w="12700">
            <a:solidFill>
              <a:srgbClr val="CF0C2C"/>
            </a:solidFill>
            <a:prstDash val="solid"/>
          </a:ln>
        </p:spPr>
      </p:sp>
      <p:pic>
        <p:nvPicPr>
          <p:cNvPr id="3" name="Image 0" descr="icons/i2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850392"/>
            <a:ext cx="68580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2194560" y="502920"/>
            <a:ext cx="95371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Scope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2194560" y="1216152"/>
            <a:ext cx="9537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three legacy CMR screens with one form, built on its own table.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10497312" y="5404104"/>
            <a:ext cx="3200400" cy="3200400"/>
          </a:xfrm>
          <a:prstGeom prst="ellipse">
            <a:avLst/>
          </a:prstGeom>
          <a:ln w="12700">
            <a:solidFill>
              <a:srgbClr val="CF0C2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phase flow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22960" y="2926080"/>
            <a:ext cx="1645920" cy="182880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87552" y="3090672"/>
            <a:ext cx="13167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Requirements: QC_CMRs, Create Change Request, Change Request Mgmt, the SOW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2468880" y="2926080"/>
            <a:ext cx="320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2788920" y="2926080"/>
            <a:ext cx="1645920" cy="182880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53512" y="3090672"/>
            <a:ext cx="13167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+ IDO ue_ecmrs: 76 columns, no Infor objects changed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434840" y="2926080"/>
            <a:ext cx="320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4754880" y="2926080"/>
            <a:ext cx="1645920" cy="182880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919472" y="3090672"/>
            <a:ext cx="13167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B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Form: eCMRs_v2.XML through FormSync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0" y="2926080"/>
            <a:ext cx="320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6720840" y="2926080"/>
            <a:ext cx="1645920" cy="182880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85432" y="3090672"/>
            <a:ext cx="13167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C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on TRN: done 2026-09-29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366760" y="2926080"/>
            <a:ext cx="320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8686800" y="2926080"/>
            <a:ext cx="1645920" cy="182880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9525">
            <a:solidFill>
              <a:srgbClr val="E5E5E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851392" y="3090672"/>
            <a:ext cx="13167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 to production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CF0C2C"/>
          </a:solidFill>
          <a:ln w="12700">
            <a:solidFill>
              <a:srgbClr val="CF0C2C"/>
            </a:solidFill>
            <a:prstDash val="solid"/>
          </a:ln>
        </p:spPr>
      </p:sp>
      <p:pic>
        <p:nvPicPr>
          <p:cNvPr id="3" name="Image 0" descr="icons/i1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850392"/>
            <a:ext cx="68580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2194560" y="502920"/>
            <a:ext cx="95371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BRD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2194560" y="1216152"/>
            <a:ext cx="9537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requirements for the change.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requirements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926080"/>
            <a:ext cx="18288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2926080"/>
            <a:ext cx="10268712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form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everything the three legacy CMR screens hold, created with </a:t>
            </a:r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221990"/>
            <a:ext cx="18288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97280" y="3221990"/>
            <a:ext cx="10268712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table and IDO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(ue_ecmrs): no dependency on rs_cmr / rs_crcvr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517900"/>
            <a:ext cx="18288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097280" y="3517900"/>
            <a:ext cx="10268712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CMR number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CMR-YYMMDD-HHMMSS, set on New; never repeats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3813810"/>
            <a:ext cx="18288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1097280" y="3813810"/>
            <a:ext cx="10268712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Lookups fill descriptions: Item, Next Assy, Vendor, Dept, Work Center, every </a:t>
            </a:r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 ID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4109720"/>
            <a:ext cx="18288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1097280" y="4109720"/>
            <a:ext cx="10268712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Change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ticks the right Req checkboxes; </a:t>
            </a:r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/ Cause Codes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the QC_MRRs lists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4405630"/>
            <a:ext cx="18288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1097280" y="4405630"/>
            <a:ext cx="10268712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Ticking </a:t>
            </a:r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sets Close Date and Closed By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4701540"/>
            <a:ext cx="18288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1097280" y="4701540"/>
            <a:ext cx="10268712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changes to Infor standard objects; Enflite naming (</a:t>
            </a:r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ue_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ENF)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4997450"/>
            <a:ext cx="18288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1097280" y="4997450"/>
            <a:ext cx="10268712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tested on </a:t>
            </a:r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first; delivered through </a:t>
            </a:r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FormSync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kept in </a:t>
            </a:r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(Enflite/eCMRs)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0152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CF0C2C"/>
          </a:solidFill>
          <a:ln w="12700">
            <a:solidFill>
              <a:srgbClr val="CF0C2C"/>
            </a:solidFill>
            <a:prstDash val="solid"/>
          </a:ln>
        </p:spPr>
      </p:sp>
      <p:pic>
        <p:nvPicPr>
          <p:cNvPr id="3" name="Image 0" descr="icons/i8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07624" y="850392"/>
            <a:ext cx="68580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502920"/>
            <a:ext cx="95371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TRN first, then production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216152"/>
            <a:ext cx="9537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built and proven on TRN, then pushed to production later.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514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TRN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97180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29718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table and IDO ue_ecmrs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52044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1234440" y="35204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Inline Lists, Read Only, CmrNum; Check In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406908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234440" y="40690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eCMRs_v2.XML through FormSync; test every field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461772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234440" y="46177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SQL Columns + IDO Properties as the production source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5669280" y="2926080"/>
            <a:ext cx="548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6492240" y="2514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production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492240" y="297180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6903720" y="29718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the same columns and properties from the TRN exports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492240" y="352044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903720" y="35204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In; verify production against TRN with one script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6492240" y="406908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6903720" y="4069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the same eCMRs_v2.XML through FormSync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492240" y="461772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6903720" y="46177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Smoke test, then hand over to the team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CF0C2C"/>
          </a:solidFill>
          <a:ln w="12700">
            <a:solidFill>
              <a:srgbClr val="CF0C2C"/>
            </a:solidFill>
            <a:prstDash val="solid"/>
          </a:ln>
        </p:spPr>
      </p:sp>
      <p:pic>
        <p:nvPicPr>
          <p:cNvPr id="3" name="Image 0" descr="icons/i6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850392"/>
            <a:ext cx="68580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2194560" y="502920"/>
            <a:ext cx="95371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Design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2194560" y="1216152"/>
            <a:ext cx="9537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table and IDO — nothing Infor owns is changed.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and IDO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9260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3017520" y="29260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5394960" y="2926080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22960" y="3227832"/>
            <a:ext cx="10515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3255264"/>
            <a:ext cx="205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table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3017520" y="3255264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ue_ecmrs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394960" y="3255264"/>
            <a:ext cx="5806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 columns (+7 system). Text columns char(255)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22960" y="3584448"/>
            <a:ext cx="10515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3584448"/>
            <a:ext cx="205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3017520" y="3584448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cmr_num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5394960" y="3584448"/>
            <a:ext cx="5806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nvarchar, Primary Key, no default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22960" y="3913632"/>
            <a:ext cx="10515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22960" y="3913632"/>
            <a:ext cx="205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IDO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3017520" y="3913632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ue_ecmrs (alias ec)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394960" y="3913632"/>
            <a:ext cx="5806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property per column; lengths equal SQL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22960" y="4242816"/>
            <a:ext cx="10515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22960" y="4242816"/>
            <a:ext cx="205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property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3017520" y="4242816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CmrNum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5394960" y="4242816"/>
            <a:ext cx="5806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String, 255, Default Value blank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822960" y="4572000"/>
            <a:ext cx="10515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2960" y="4572000"/>
            <a:ext cx="205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3017520" y="4572000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Lists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5394960" y="4572000"/>
            <a:ext cx="5806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Priority, Initial Change, Dispositions, Reason, Cause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822960" y="4901184"/>
            <a:ext cx="10515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2960" y="4901184"/>
            <a:ext cx="205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Auto-filled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3017520" y="4901184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Only cleared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5394960" y="4901184"/>
            <a:ext cx="5806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Descriptions, reviewer names, Close Date, Closed By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822960" y="5230368"/>
            <a:ext cx="10515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2960" y="5989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column and property: docs/production-build-sheet.md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0152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CF0C2C"/>
          </a:solidFill>
          <a:ln w="12700">
            <a:solidFill>
              <a:srgbClr val="CF0C2C"/>
            </a:solidFill>
            <a:prstDash val="solid"/>
          </a:ln>
        </p:spPr>
      </p:sp>
      <p:pic>
        <p:nvPicPr>
          <p:cNvPr id="3" name="Image 0" descr="icons/i6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07624" y="850392"/>
            <a:ext cx="68580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502920"/>
            <a:ext cx="95371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Design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216152"/>
            <a:ext cx="9537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form fills things in — all in eCMRs_v2.XML.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mechanisms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92608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form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4480560" y="2926080"/>
            <a:ext cx="6720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822960" y="3227832"/>
            <a:ext cx="10515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3255264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CMR Num on New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480560" y="3255264"/>
            <a:ext cx="6720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StdObjectNewCompleted: CMR- + yyMMdd-HHmmss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22960" y="3584448"/>
            <a:ext cx="10515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" y="3584448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/ Next Assy / Vendor → text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4480560" y="3584448"/>
            <a:ext cx="6720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DefaultFrom Item(...), VendNum(VendorName)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22960" y="3913632"/>
            <a:ext cx="10515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" y="3913632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 / Work Center → description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4480560" y="3913632"/>
            <a:ext cx="6720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Validators SetPropertyFromList(..., Description)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22960" y="4242816"/>
            <a:ext cx="10515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22960" y="4242816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 ID → name (×6)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4242816"/>
            <a:ext cx="6720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DefaultFrom EmpNum(&lt;name&gt;) on SLEmployees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822960" y="4572000"/>
            <a:ext cx="10515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22960" y="4572000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Change → Req boxes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4480560" y="4572000"/>
            <a:ext cx="6720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DefaultFrom Change(ReqCosting, ...)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822960" y="4901184"/>
            <a:ext cx="10515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2960" y="4901184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→ date, user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4480560" y="4901184"/>
            <a:ext cx="6720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SetCloseInfo + SetClosedBy scripts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822960" y="5230368"/>
            <a:ext cx="10515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989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each one is built this way, and what failed first: docs/troubleshooting.md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CF0C2C"/>
          </a:solidFill>
          <a:ln w="12700">
            <a:solidFill>
              <a:srgbClr val="CF0C2C"/>
            </a:solidFill>
            <a:prstDash val="solid"/>
          </a:ln>
        </p:spPr>
      </p:sp>
      <p:pic>
        <p:nvPicPr>
          <p:cNvPr id="3" name="Image 0" descr="icons/i7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850392"/>
            <a:ext cx="68580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2194560" y="502920"/>
            <a:ext cx="95371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Develop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2194560" y="1216152"/>
            <a:ext cx="9537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 TRN first — never directly in production.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build steps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926080"/>
            <a:ext cx="18288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2926080"/>
            <a:ext cx="10268712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table and IDO </a:t>
            </a:r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ue_ecmrs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Application Studio (project ue_ENF)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234690"/>
            <a:ext cx="18288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97280" y="3234690"/>
            <a:ext cx="10268712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columns and properties in the grids' own CSV format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543300"/>
            <a:ext cx="18288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097280" y="3543300"/>
            <a:ext cx="10268712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</a:t>
            </a:r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Lists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clear </a:t>
            </a:r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Only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auto-filled fields, </a:t>
            </a:r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CmrNum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String / no default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3851910"/>
            <a:ext cx="18288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1097280" y="3851910"/>
            <a:ext cx="10268712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IDO — edits don't take effect until it is checked in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4160520"/>
            <a:ext cx="18288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1097280" y="4160520"/>
            <a:ext cx="10268712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form with tools/apply_form_changes.py; import through </a:t>
            </a:r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FormSync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0152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CF0C2C"/>
          </a:solidFill>
          <a:ln w="12700">
            <a:solidFill>
              <a:srgbClr val="CF0C2C"/>
            </a:solidFill>
            <a:prstDash val="solid"/>
          </a:ln>
        </p:spPr>
      </p:sp>
      <p:pic>
        <p:nvPicPr>
          <p:cNvPr id="3" name="Image 0" descr="icons/i9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07624" y="850392"/>
            <a:ext cx="68580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502920"/>
            <a:ext cx="95371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Develop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216152"/>
            <a:ext cx="9537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 is built as XML and imported through FormSync.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the form with FormSync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97180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297180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TRN v1 form in GitHub as the original (rollback copy)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630168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1234440" y="3630168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tools/apply_form_changes.py edits v1 in place into exports/eCMRs_v2.XML (--check)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4288536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234440" y="4288536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eCMRs_v2.XML into TRN through FormSync, at Site scope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4946904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234440" y="4946904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FormSync to bring the same XML to production at Launch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0152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CF0C2C"/>
          </a:solidFill>
          <a:ln w="12700">
            <a:solidFill>
              <a:srgbClr val="CF0C2C"/>
            </a:solidFill>
            <a:prstDash val="solid"/>
          </a:ln>
        </p:spPr>
      </p:sp>
      <p:pic>
        <p:nvPicPr>
          <p:cNvPr id="3" name="Image 0" descr="icons/i8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07624" y="850392"/>
            <a:ext cx="68580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502920"/>
            <a:ext cx="95371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Staging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216152"/>
            <a:ext cx="9537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the TRN build and run final validation before production.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staging approach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92608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292608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every field on TRN — passed 2026-09-29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584448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1234440" y="3584448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SQL Columns + IDO Properties; compare_live_lengths.py: nothing to change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4242816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234440" y="4242816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make_production_imports.py builds the production files from those exports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4901184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234440" y="4901184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sign-off on TRN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CF0C2C"/>
          </a:solidFill>
          <a:ln w="12700">
            <a:solidFill>
              <a:srgbClr val="CF0C2C"/>
            </a:solidFill>
            <a:prstDash val="solid"/>
          </a:ln>
        </p:spPr>
      </p:sp>
      <p:pic>
        <p:nvPicPr>
          <p:cNvPr id="3" name="Image 0" descr="icons/i9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850392"/>
            <a:ext cx="68580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2194560" y="502920"/>
            <a:ext cx="95371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Launch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2194560" y="1216152"/>
            <a:ext cx="9537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production.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steps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92608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292608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window; check ue_ecmrs / eCMRs don't exist in production yet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32232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1234440" y="332232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table ue_ecmrs; import exports/production/ue_ecmrs_SqlColumns_import.csv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71856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234440" y="371856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IDO ue_ecmrs (alias ec); import ue_ecmrs_IdoProperties_import.csv; Check In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411480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234440" y="411480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both grids; make_production_imports.py --verify: production matches TRN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451104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234440" y="451104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eCMRs_v2.XML through FormSync at Site scope; give users access as on TRN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490728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1234440" y="490728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Smoke test: New, lookups, cascade, codes, save twice, Closed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54406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" y="5852160"/>
            <a:ext cx="18288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1097280" y="5852160"/>
            <a:ext cx="10268712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form on a new table — take </a:t>
            </a:r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eCMRs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off the menu and keep using the legacy CMR screens, which are untouched. No data is lost.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0152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CF0C2C"/>
          </a:solidFill>
          <a:ln w="12700">
            <a:solidFill>
              <a:srgbClr val="CF0C2C"/>
            </a:solidFill>
            <a:prstDash val="solid"/>
          </a:ln>
        </p:spPr>
      </p:sp>
      <p:pic>
        <p:nvPicPr>
          <p:cNvPr id="3" name="Image 0" descr="icons/i10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07624" y="850392"/>
            <a:ext cx="685800" cy="685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502920"/>
            <a:ext cx="95371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Test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216152"/>
            <a:ext cx="9537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tests to make sure everything looks good.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test list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926080"/>
            <a:ext cx="18288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2926080"/>
            <a:ext cx="10268712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gives CMR-YYMMDD-HHMMSS; saves work; no duplicate-key error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285490"/>
            <a:ext cx="18288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97280" y="3285490"/>
            <a:ext cx="10268712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lookup fills its description / name; PO Line shows the line number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644900"/>
            <a:ext cx="18288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097280" y="3644900"/>
            <a:ext cx="10268712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Change ticks the right Req boxes; Reason / Cause codes list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4004310"/>
            <a:ext cx="18288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1097280" y="4004310"/>
            <a:ext cx="10268712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 # and LOT # list the item's serials / lots; Closed sets date and user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4363720"/>
            <a:ext cx="18288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1097280" y="4363720"/>
            <a:ext cx="10268712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records open without errors; team signs off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3108960" y="4480560"/>
            <a:ext cx="5486400" cy="5486400"/>
          </a:xfrm>
          <a:prstGeom prst="ellipse">
            <a:avLst/>
          </a:prstGeom>
          <a:ln w="12700">
            <a:solidFill>
              <a:srgbClr val="CF0C2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01200" y="-1371600"/>
            <a:ext cx="4572000" cy="4572000"/>
          </a:xfrm>
          <a:prstGeom prst="ellipse">
            <a:avLst/>
          </a:prstGeom>
          <a:ln w="12700">
            <a:solidFill>
              <a:srgbClr val="CF0C2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13248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CF0C2C"/>
          </a:solidFill>
          <a:ln w="12700">
            <a:solidFill>
              <a:srgbClr val="CF0C2C"/>
            </a:solidFill>
            <a:prstDash val="solid"/>
          </a:ln>
        </p:spPr>
      </p:sp>
      <p:pic>
        <p:nvPicPr>
          <p:cNvPr id="5" name="Image 0" descr="icons/i11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51576" y="850392"/>
            <a:ext cx="685800" cy="685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0" y="2011680"/>
            <a:ext cx="12188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CF0C2C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Optimize</a:t>
            </a:r>
            <a:endParaRPr lang="en-US" sz="48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2880360"/>
            <a:ext cx="9445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weeks of optimization, working closely with the team.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3291840" y="40416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optimization backlog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3291840" y="4434840"/>
            <a:ext cx="18288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3566160" y="4434840"/>
            <a:ext cx="612648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issues from each team using eCMRs; fix on TRN first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3291840" y="4718050"/>
            <a:ext cx="18288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3566160" y="4718050"/>
            <a:ext cx="612648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Decide: Reported By lookup, Assigned Buyer, Sub Assembly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291840" y="5001260"/>
            <a:ext cx="18288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3566160" y="5001260"/>
            <a:ext cx="612648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 the legacy CMR screens; decide on history migration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291840" y="5284470"/>
            <a:ext cx="18288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3566160" y="5284470"/>
            <a:ext cx="6126480" cy="23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the CMR procedure (QA-300-037); manager approval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eCMRs plan</dc:title>
  <dc:subject>PptxGenJS Presentation</dc:subject>
  <dc:creator>PptxGenJS</dc:creator>
  <cp:lastModifiedBy>PptxGenJS</cp:lastModifiedBy>
  <cp:revision>1</cp:revision>
  <dcterms:created xsi:type="dcterms:W3CDTF">2026-09-29T20:13:24Z</dcterms:created>
  <dcterms:modified xsi:type="dcterms:W3CDTF">2026-09-29T20:13:24Z</dcterms:modified>
</cp:coreProperties>
</file>